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37351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84601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 · 18 columns · goal: uncover spending, segments, preferences, subscriptions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78216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&amp; Prep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667992"/>
            <a:ext cx="1941563" cy="2407741"/>
          </a:xfrm>
          <a:prstGeom prst="roundRect">
            <a:avLst>
              <a:gd name="adj" fmla="val 1541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897510" y="2867422"/>
            <a:ext cx="15427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Size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7510" y="3280370"/>
            <a:ext cx="154271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Rows: 3,900 · Columns: 18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2839074" y="2667992"/>
            <a:ext cx="1941563" cy="2407741"/>
          </a:xfrm>
          <a:prstGeom prst="roundRect">
            <a:avLst>
              <a:gd name="adj" fmla="val 1541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3038498" y="2867422"/>
            <a:ext cx="15427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038498" y="3280370"/>
            <a:ext cx="1542714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purchase details, behavior, shipping, discounts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980061" y="2667992"/>
            <a:ext cx="1941563" cy="2407741"/>
          </a:xfrm>
          <a:prstGeom prst="roundRect">
            <a:avLst>
              <a:gd name="adj" fmla="val 1541"/>
            </a:avLst>
          </a:prstGeom>
          <a:solidFill>
            <a:srgbClr val="F3E7D4"/>
          </a:solidFill>
          <a:ln/>
        </p:spPr>
      </p:sp>
      <p:sp>
        <p:nvSpPr>
          <p:cNvPr id="11" name="Text 8"/>
          <p:cNvSpPr/>
          <p:nvPr/>
        </p:nvSpPr>
        <p:spPr>
          <a:xfrm>
            <a:off x="5179486" y="2867422"/>
            <a:ext cx="15427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179486" y="3280370"/>
            <a:ext cx="154271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37 nulls in Review Rating → imputed by category median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68500"/>
            <a:ext cx="5154484" cy="2920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76" y="2198092"/>
            <a:ext cx="515448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EDA Highlights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45476" y="2984202"/>
            <a:ext cx="5154484" cy="1805186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with pandas; df.info() &amp; describe()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Renamed columns to snake_case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Engineered age_group and purchase_frequency_days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Dropped promo_code_used (redundant with discount_applied)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66690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 Integration &amp; SQL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55272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Cleaned DataFrame loaded into PostgreSQL for transactional analysis and queries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73808"/>
            <a:ext cx="5154484" cy="37102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76" y="1548904"/>
            <a:ext cx="515448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45476" y="2335014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revenue is higher in this sample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45476" y="2878534"/>
            <a:ext cx="5154484" cy="777776"/>
          </a:xfrm>
          <a:prstGeom prst="roundRect">
            <a:avLst>
              <a:gd name="adj" fmla="val 3847"/>
            </a:avLst>
          </a:prstGeom>
          <a:solidFill>
            <a:srgbClr val="E2ECD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900" y="3169146"/>
            <a:ext cx="249330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3656" y="3107829"/>
            <a:ext cx="491646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targeted offers by gender where appropriate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73808"/>
            <a:ext cx="5154484" cy="37102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76" y="1548904"/>
            <a:ext cx="515448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 Performance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45476" y="2335014"/>
            <a:ext cx="5154484" cy="1097062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revenue: Clothing (≈100K)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sales volume: Clothing (~1,800 orders)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Focus: promote Accessories &amp; Footwear to lift growth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18816"/>
            <a:ext cx="4623776" cy="26201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54047" y="755352"/>
            <a:ext cx="5745912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Subscriptions &amp; Segments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4047" y="1440359"/>
            <a:ext cx="349043" cy="3490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54047" y="1980307"/>
            <a:ext cx="57459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 Customers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754047" y="2389684"/>
            <a:ext cx="5745912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3,116 customers — primary target for rewards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4047" y="2956818"/>
            <a:ext cx="349043" cy="3490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54047" y="3496766"/>
            <a:ext cx="57459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754047" y="3906143"/>
            <a:ext cx="5745912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 customers — onboarding opportunities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54047" y="4473277"/>
            <a:ext cx="349043" cy="3490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54047" y="5013226"/>
            <a:ext cx="57459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Returning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754047" y="5422602"/>
            <a:ext cx="5745912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701 customers — convert to loyal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754047" y="5856089"/>
            <a:ext cx="635549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 split: Yes 27% · No 73%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73808"/>
            <a:ext cx="5154484" cy="37102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76" y="1548904"/>
            <a:ext cx="515448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 Group Revenue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45476" y="2335014"/>
            <a:ext cx="5154484" cy="113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revenue: Young Adults (≈55K)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Strategy: prioritize campaigns for Young Adult &amp; Middle-aged groups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851694"/>
            <a:ext cx="5154484" cy="5154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76" y="1348780"/>
            <a:ext cx="515448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Discount-Dependent Products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45476" y="2721570"/>
            <a:ext cx="57640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discount rates may erode margins.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45476" y="3265091"/>
            <a:ext cx="2477529" cy="2219127"/>
          </a:xfrm>
          <a:prstGeom prst="roundRect">
            <a:avLst>
              <a:gd name="adj" fmla="val 1348"/>
            </a:avLst>
          </a:prstGeom>
          <a:solidFill>
            <a:srgbClr val="FEF5E7"/>
          </a:solidFill>
          <a:ln w="25399">
            <a:solidFill>
              <a:srgbClr val="D9CD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70300" y="3489920"/>
            <a:ext cx="20278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70300" y="3982641"/>
            <a:ext cx="202788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discount policy for Hats, Sneakers, Coats, Sweaters, Pants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022430" y="3265091"/>
            <a:ext cx="2477529" cy="2219127"/>
          </a:xfrm>
          <a:prstGeom prst="roundRect">
            <a:avLst>
              <a:gd name="adj" fmla="val 1348"/>
            </a:avLst>
          </a:prstGeom>
          <a:solidFill>
            <a:srgbClr val="FEF5E7"/>
          </a:solidFill>
          <a:ln w="25399">
            <a:solidFill>
              <a:srgbClr val="D9CD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47254" y="3489920"/>
            <a:ext cx="20278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Opportunity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247254" y="3982641"/>
            <a:ext cx="202788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top-rated items (Gloves, Sandals, Boots) with limited discounts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2664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212280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2411710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824659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Exclusive benefits to increase conversion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2212280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4562460" y="2411710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2460" y="2824659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grow 'Loyal' segment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2212280"/>
            <a:ext cx="3465624" cy="1769368"/>
          </a:xfrm>
          <a:prstGeom prst="roundRect">
            <a:avLst>
              <a:gd name="adj" fmla="val 1691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8227410" y="2411710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7410" y="2824659"/>
            <a:ext cx="306677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promotions with margin control on discount-dependent items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181078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897510" y="4380508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Positioning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7510" y="4793456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&amp; best-selling products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95560" y="4181078"/>
            <a:ext cx="5298049" cy="1450181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6" name="Text 14"/>
          <p:cNvSpPr/>
          <p:nvPr/>
        </p:nvSpPr>
        <p:spPr>
          <a:xfrm>
            <a:off x="6394985" y="4380508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4985" y="4793456"/>
            <a:ext cx="48992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&amp; express-shipping customers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2026-08-21T06:58:58Z</dcterms:created>
  <dcterms:modified xsi:type="dcterms:W3CDTF">2026-08-21T06:58:58Z</dcterms:modified>
</cp:coreProperties>
</file>